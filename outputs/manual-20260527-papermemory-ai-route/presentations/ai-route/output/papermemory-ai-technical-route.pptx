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e0d3aba47a24d1c" /><Relationship Type="http://schemas.openxmlformats.org/officeDocument/2006/relationships/extended-properties" Target="/docProps/app.xml" Id="R2e4c5f8d5da54c9e" /><Relationship Type="http://schemas.openxmlformats.org/officeDocument/2006/relationships/officeDocument" Target="/ppt/presentation.xml" Id="Rb69695650ef34d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1ec2ecc5efb4043"/>
  </p:sldMasterIdLst>
  <p:notesMasterIdLst>
    <p:notesMasterId xmlns:r="http://schemas.openxmlformats.org/officeDocument/2006/relationships" r:id="R52d30e76d3ad49cb"/>
  </p:notesMasterIdLst>
  <p:sldIdLst>
    <p:sldId xmlns:r="http://schemas.openxmlformats.org/officeDocument/2006/relationships" id="256" r:id="Rb29e40f4d8fc4c1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c2ecc5efb4043" /><Relationship Type="http://schemas.openxmlformats.org/officeDocument/2006/relationships/theme" Target="/ppt/theme/theme1.xml" Id="R2ac91f72edc947de" /><Relationship Type="http://schemas.openxmlformats.org/officeDocument/2006/relationships/notesMaster" Target="/ppt/notesMasters/notesMaster1.xml" Id="R52d30e76d3ad49cb" /><Relationship Type="http://schemas.openxmlformats.org/officeDocument/2006/relationships/presProps" Target="/ppt/presProps.xml" Id="Re7222ff08584490b" /><Relationship Type="http://schemas.openxmlformats.org/officeDocument/2006/relationships/viewProps" Target="/ppt/viewProps.xml" Id="Rcb75e2c55f494288" /><Relationship Type="http://schemas.openxmlformats.org/officeDocument/2006/relationships/tableStyles" Target="/ppt/tableStyles.xml" Id="R06c6597c1ae847cb" /><Relationship Type="http://schemas.openxmlformats.org/officeDocument/2006/relationships/slide" Target="/ppt/slides/slide1.xml" Id="Rb29e40f4d8fc4c1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afca5db6f00f4e8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02b878db00463d" /><Relationship Type="http://schemas.openxmlformats.org/officeDocument/2006/relationships/notesMaster" Target="/ppt/notesMasters/notesMaster1.xml" Id="R3a4c19641d5c4ce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454a9e988104cd7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0f8844ddd58e4185" /><Relationship Type="http://schemas.openxmlformats.org/officeDocument/2006/relationships/slideLayout" Target="/ppt/slideLayouts/slideLayout2.xml" Id="R43e6262f4493407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3e6262f4493407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fb83e59e4d4e01" /><Relationship Type="http://schemas.openxmlformats.org/officeDocument/2006/relationships/image" Target="/ppt/media/image.png" Id="Rf7210da74ee643bc" /><Relationship Type="http://schemas.openxmlformats.org/officeDocument/2006/relationships/image" Target="/ppt/media/image.svg" Id="R8ccdd521d2494050" /><Relationship Type="http://schemas.openxmlformats.org/officeDocument/2006/relationships/image" Target="/ppt/media/image2.png" Id="R12d4ed5e60724fdd" /><Relationship Type="http://schemas.openxmlformats.org/officeDocument/2006/relationships/image" Target="/ppt/media/image2.svg" Id="R3b713e9ce65a4cf8" /><Relationship Type="http://schemas.openxmlformats.org/officeDocument/2006/relationships/image" Target="/ppt/media/image3.png" Id="R4e65ee579f6e49cd" /><Relationship Type="http://schemas.openxmlformats.org/officeDocument/2006/relationships/image" Target="/ppt/media/image3.svg" Id="R4d810c30569045ea" /><Relationship Type="http://schemas.openxmlformats.org/officeDocument/2006/relationships/image" Target="/ppt/media/image4.png" Id="Re016ff5137d64a9b" /><Relationship Type="http://schemas.openxmlformats.org/officeDocument/2006/relationships/image" Target="/ppt/media/image4.svg" Id="Rbe5410eeb402424b" /><Relationship Type="http://schemas.openxmlformats.org/officeDocument/2006/relationships/image" Target="/ppt/media/image5.png" Id="R3781af204a204c1c" /><Relationship Type="http://schemas.openxmlformats.org/officeDocument/2006/relationships/image" Target="/ppt/media/image5.svg" Id="R29790e06ec544820" /><Relationship Type="http://schemas.openxmlformats.org/officeDocument/2006/relationships/image" Target="/ppt/media/image6.png" Id="Rf233b11f45e5460e" /><Relationship Type="http://schemas.openxmlformats.org/officeDocument/2006/relationships/image" Target="/ppt/media/image6.svg" Id="Rbad6e75fb589439d" /><Relationship Type="http://schemas.openxmlformats.org/officeDocument/2006/relationships/image" Target="/ppt/media/image7.png" Id="Rd1deca5a865c4d57" /><Relationship Type="http://schemas.openxmlformats.org/officeDocument/2006/relationships/image" Target="/ppt/media/image7.svg" Id="R4bbe58a2d9a94754" /><Relationship Type="http://schemas.openxmlformats.org/officeDocument/2006/relationships/image" Target="/ppt/media/image8.png" Id="R0405434063454ca9" /><Relationship Type="http://schemas.openxmlformats.org/officeDocument/2006/relationships/image" Target="/ppt/media/image8.svg" Id="R1cb05c3f104c4a29" /><Relationship Type="http://schemas.openxmlformats.org/officeDocument/2006/relationships/image" Target="/ppt/media/image9.png" Id="Rc1690726cc97414c" /><Relationship Type="http://schemas.openxmlformats.org/officeDocument/2006/relationships/image" Target="/ppt/media/image9.svg" Id="Re868926273684d20" /><Relationship Type="http://schemas.openxmlformats.org/officeDocument/2006/relationships/image" Target="/ppt/media/image10.png" Id="R8bd93d4446e94a00" /><Relationship Type="http://schemas.openxmlformats.org/officeDocument/2006/relationships/image" Target="/ppt/media/image10.svg" Id="R40fe836bebad40d7" /><Relationship Type="http://schemas.openxmlformats.org/officeDocument/2006/relationships/notesSlide" Target="/ppt/notesSlides/notesSlide1.xml" Id="R8ad4407f79c8475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85DA63-655B-4B65-9FF8-482A68520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F215F0-8C15-40F7-B4D1-7FA91A085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0050"/>
            <a:ext cx="647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PaperMemory AI 技术路线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7303E6-0A7F-42DB-9E4E-576E36A5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57250"/>
            <a:ext cx="447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97386"/>
                </a:solidFill>
                <a:latin typeface="Aptos"/>
                <a:ea typeface="Aptos"/>
                <a:cs typeface="Aptos"/>
              </a:rPr>
              <a:t>Group-scoped · Page-level · Multimodal-first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8BAE80-6B6C-4661-B482-B79FBDA53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95400"/>
            <a:ext cx="11087100" cy="2419350"/>
          </a:xfrm>
          <a:prstGeom xmlns:a="http://schemas.openxmlformats.org/drawingml/2006/main" prst="roundRect">
            <a:avLst>
              <a:gd name="adj" fmla="val 31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DB6643-A76C-4A51-9FD3-46C52543A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50495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在线问答链路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5D5252-DA14-497A-8304-642F7E35C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526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4288">
            <a:solidFill>
              <a:srgbClr val="13A08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35D2C-DB33-462C-9A42-2C4A30CD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336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用户问题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2CA725-49C9-41E2-80EE-236EF5A10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765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Chat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99A6EE-B16F-472D-A37A-117F08F6D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812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A085"/>
          </a:solidFill>
          <a:ln xmlns:a="http://schemas.openxmlformats.org/drawingml/2006/main" w="0">
            <a:solidFill>
              <a:srgbClr val="13A085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87595D-72E7-4EFC-96C2-9B897219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5336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3A085"/>
          </a:solidFill>
          <a:ln xmlns:a="http://schemas.openxmlformats.org/drawingml/2006/main" w="0">
            <a:solidFill>
              <a:srgbClr val="13A08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DA9AC-DF9C-4885-9168-F60E4730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1526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8E3239-08DC-4158-B0B7-CA6A98FA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336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检索规划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9916B36-18BF-4F87-B44B-820DABAA2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6765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LLM rewrite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4A6FB4-865B-4652-A5FC-64DDBF63D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812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C8EAB-B057-4C4D-9818-DF63AC64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336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3478F6"/>
          </a:solidFill>
          <a:ln xmlns:a="http://schemas.openxmlformats.org/drawingml/2006/main" w="0">
            <a:solidFill>
              <a:srgbClr val="3478F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9F3EC-EE5F-4389-AC50-30B49A254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1526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14288">
            <a:solidFill>
              <a:srgbClr val="F2A90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4B966B-D02A-43F3-9800-A082BD4FD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3336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Group RAG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A4C0D31-77C2-44B8-A932-ECE570FA2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6765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scope filter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01D535-C963-4D1A-9AD7-ED40330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812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6788D0-692A-489A-8F02-96717102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25336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F2A900"/>
          </a:solidFill>
          <a:ln xmlns:a="http://schemas.openxmlformats.org/drawingml/2006/main" w="0">
            <a:solidFill>
              <a:srgbClr val="F2A90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B24DA1-CFB5-4A25-93D6-22344B9AF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14288">
            <a:solidFill>
              <a:srgbClr val="6D5DF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9D3B11-17E0-4BD6-B9D6-E434DA3A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3336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页面证据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6073A51-8B51-49C5-B16B-D5E05826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6765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page-level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5F348B3-3C63-4309-9A10-1F3705B23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5812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5DF6"/>
          </a:solidFill>
          <a:ln xmlns:a="http://schemas.openxmlformats.org/drawingml/2006/main" w="0">
            <a:solidFill>
              <a:srgbClr val="6D5DF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D512336-2634-4088-BEEF-1C8BE8B5C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25336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6D5DF6"/>
          </a:solidFill>
          <a:ln xmlns:a="http://schemas.openxmlformats.org/drawingml/2006/main" w="0">
            <a:solidFill>
              <a:srgbClr val="6D5DF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79825-F172-4BD9-8535-FDD4F5D2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2152650"/>
            <a:ext cx="18669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18202F"/>
          </a:solidFill>
          <a:ln xmlns:a="http://schemas.openxmlformats.org/drawingml/2006/main" w="14288">
            <a:solidFill>
              <a:srgbClr val="18202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C28DE3C-7625-4876-823E-20A4BCA19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333625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证据回答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B5387B-A9CF-4D2D-ABF4-443FADB1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2676525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C8D2E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C8D2E3"/>
                </a:solidFill>
                <a:latin typeface="Microsoft YaHei"/>
                <a:ea typeface="Microsoft YaHei"/>
                <a:cs typeface="Microsoft YaHei"/>
              </a:rPr>
              <a:t>citations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DFB36D-6738-4D5A-A4BE-804B3E0F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200400"/>
            <a:ext cx="3143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8E1E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F5E8F5-D0A0-42FB-A525-7F7E9BAA2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257550"/>
            <a:ext cx="28956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多模态优先  |  文本回退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72C8BE6-8E1A-443B-B474-59CBF484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110871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962F053-2647-4FE6-B292-899C1CF3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67200"/>
            <a:ext cx="1809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论文入库链路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A87E97-347F-4DBF-BA20-433CD9DB8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05375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14288">
            <a:solidFill>
              <a:srgbClr val="64748B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C97001-F18B-4F06-8589-7F560A78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086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PDF 入库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9D4A07E-9726-45B9-82FE-B6370770D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source.pdf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3504D4-F3D5-4711-BA92-38DF03250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52863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8B05A92-5EB7-4790-BBC8-900F706CD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52387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72E29D1-FF24-4894-BBD0-B99B858AA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905375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7F4"/>
          </a:solidFill>
          <a:ln xmlns:a="http://schemas.openxmlformats.org/drawingml/2006/main" w="14288">
            <a:solidFill>
              <a:srgbClr val="13A085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427C783-A6A4-411E-B85C-466F1F37D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086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页面渲染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92FF1D6-51BB-4479-B7FB-1DFFC4D0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page image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197DEE-8F7C-4570-83B2-B25DA1B25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2863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589E07-2A30-4D8A-8AE3-892A3598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52387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9A27ED-F539-4F74-8407-C3CADA583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4905375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DF4FF"/>
          </a:solidFill>
          <a:ln xmlns:a="http://schemas.openxmlformats.org/drawingml/2006/main" w="14288">
            <a:solidFill>
              <a:srgbClr val="3478F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AE541A-F8E6-407A-B737-43770D670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086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文本/OCR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6D84681-60E3-40D6-8266-6C681D1E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fallback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B2BE5D-8F26-4C48-B1E6-3B513C76C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52863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EE5CB87-ABA4-431D-A144-EDE128077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52387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94C2F8A-FA9F-42F2-8089-11362036F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05375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7E2"/>
          </a:solidFill>
          <a:ln xmlns:a="http://schemas.openxmlformats.org/drawingml/2006/main" w="14288">
            <a:solidFill>
              <a:srgbClr val="F2A900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B7D1A17-553F-4669-8358-E37E0CFFD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086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Group Index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529DBC-CC8C-45D2-AE3B-34F857E2B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local RAG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375541B-2298-45F7-A0D9-74D22E002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5286375"/>
            <a:ext cx="1238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4A1BED-E264-4224-8A21-4AA39052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675" y="5238750"/>
            <a:ext cx="133350" cy="1143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AAB6C6"/>
          </a:solidFill>
          <a:ln xmlns:a="http://schemas.openxmlformats.org/drawingml/2006/main" w="0">
            <a:solidFill>
              <a:srgbClr val="AAB6C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D71406-9936-49E3-A6D4-DE2E1D8F3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905375"/>
            <a:ext cx="18669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0EEFF"/>
          </a:solidFill>
          <a:ln xmlns:a="http://schemas.openxmlformats.org/drawingml/2006/main" w="14288">
            <a:solidFill>
              <a:srgbClr val="6D5DF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83C8A02-6C3A-427D-8876-9540A509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0863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141F"/>
                </a:solidFill>
                <a:latin typeface="Microsoft YaHei"/>
                <a:ea typeface="Microsoft YaHei"/>
                <a:cs typeface="Microsoft YaHei"/>
              </a:rPr>
              <a:t>Evidence UI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07DAD6-B8AA-4C02-8F43-DE78FF483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5429250"/>
            <a:ext cx="1524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image + text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837E139-10D2-4FFF-983E-E7A2D693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05550"/>
            <a:ext cx="9525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697386"/>
                </a:solidFill>
                <a:latin typeface="Microsoft YaHei"/>
                <a:ea typeface="Microsoft YaHei"/>
                <a:cs typeface="Microsoft YaHei"/>
              </a:rPr>
              <a:t>默认：直接传 evidence 页面图片给多模态模型；文本模型才使用 OCR / extracted text。</a:t>
            </a:r>
          </a:p>
        </p:txBody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210da74ee643bc">
            <a:extLst>
              <a:ext uri="{96DAC541-7B7A-43D3-8B79-37D633B846F1}">
                <asvg:svgBlip xmlns:asvg="http://schemas.microsoft.com/office/drawing/2016/SVG/main" r:embed="R8ccdd521d249405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47825" y="200025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d4ed5e60724fdd">
            <a:extLst>
              <a:ext uri="{96DAC541-7B7A-43D3-8B79-37D633B846F1}">
                <asvg:svgBlip xmlns:asvg="http://schemas.microsoft.com/office/drawing/2016/SVG/main" r:embed="R3b713e9ce65a4cf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81425" y="200025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65ee579f6e49cd">
            <a:extLst>
              <a:ext uri="{96DAC541-7B7A-43D3-8B79-37D633B846F1}">
                <asvg:svgBlip xmlns:asvg="http://schemas.microsoft.com/office/drawing/2016/SVG/main" r:embed="R4d810c30569045e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15025" y="200025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6ff5137d64a9b">
            <a:extLst>
              <a:ext uri="{96DAC541-7B7A-43D3-8B79-37D633B846F1}">
                <asvg:svgBlip xmlns:asvg="http://schemas.microsoft.com/office/drawing/2016/SVG/main" r:embed="Rbe5410eeb402424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200025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81af204a204c1c">
            <a:extLst>
              <a:ext uri="{96DAC541-7B7A-43D3-8B79-37D633B846F1}">
                <asvg:svgBlip xmlns:asvg="http://schemas.microsoft.com/office/drawing/2016/SVG/main" r:embed="R29790e06ec5448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82225" y="2000250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33b11f45e5460e">
            <a:extLst>
              <a:ext uri="{96DAC541-7B7A-43D3-8B79-37D633B846F1}">
                <asvg:svgBlip xmlns:asvg="http://schemas.microsoft.com/office/drawing/2016/SVG/main" r:embed="Rbad6e75fb58943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647825" y="475297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deca5a865c4d57">
            <a:extLst>
              <a:ext uri="{96DAC541-7B7A-43D3-8B79-37D633B846F1}">
                <asvg:svgBlip xmlns:asvg="http://schemas.microsoft.com/office/drawing/2016/SVG/main" r:embed="R4bbe58a2d9a9475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781425" y="475297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405434063454ca9">
            <a:extLst>
              <a:ext uri="{96DAC541-7B7A-43D3-8B79-37D633B846F1}">
                <asvg:svgBlip xmlns:asvg="http://schemas.microsoft.com/office/drawing/2016/SVG/main" r:embed="R1cb05c3f104c4a2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915025" y="475297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90726cc97414c">
            <a:extLst>
              <a:ext uri="{96DAC541-7B7A-43D3-8B79-37D633B846F1}">
                <asvg:svgBlip xmlns:asvg="http://schemas.microsoft.com/office/drawing/2016/SVG/main" r:embed="Re868926273684d2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048625" y="4752975"/>
            <a:ext cx="247650" cy="247650"/>
          </a:xfrm>
          <a:prstGeom xmlns:a="http://schemas.openxmlformats.org/drawingml/2006/main" prst="rect">
            <a:avLst/>
          </a:prstGeom>
        </p:spPr>
      </p:pic>
      <p:pic>
        <p:nvPicPr>
          <p:cNvPr id="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d93d4446e94a00">
            <a:extLst>
              <a:ext uri="{96DAC541-7B7A-43D3-8B79-37D633B846F1}">
                <asvg:svgBlip xmlns:asvg="http://schemas.microsoft.com/office/drawing/2016/SVG/main" r:embed="R40fe836bebad40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182225" y="4752975"/>
            <a:ext cx="247650" cy="2476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005246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2026-05-26T12:46:30.4070000Z</dcterms:created>
  <dcterms:modified xsi:type="dcterms:W3CDTF">2026-05-26T12:46:30.4070000Z</dcterms:modified>
</coreProperties>
</file>